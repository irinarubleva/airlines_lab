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57" r:id="rId6"/>
    <p:sldId id="259" r:id="rId7"/>
    <p:sldId id="261" r:id="rId8"/>
    <p:sldId id="264" r:id="rId9"/>
    <p:sldId id="26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59692-B714-4F0E-9A8D-9F2B7B1D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E2CA5D-D469-49D7-9C92-71F5ECE62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F8940-E4A9-4B9D-B674-8D7ECE22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E39808-4B5A-40E1-B5FA-B9F78B23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9821AE-26E5-465A-928E-79AE3DEB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15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5D597-A0C9-4887-9F56-069BEFF3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3E722-AEA1-4B4E-82E0-64100B30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C98A70-294D-4178-9E82-8847C347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E86BD-8E63-4295-876A-AD1C1EFD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A9D83B-E191-4A1D-AF0F-8DC0AA1A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88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9504A-38F1-4B4D-B641-BF145842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B34E9-869F-4D30-9581-DCFD3220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7B23D-939E-4287-BB7F-ED60B6A1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4AA9E-E37E-4D8C-9FED-9740BE9C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AE5CFF-D0B6-4FB7-BEA4-AF651E20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69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3F527-B8DC-448F-A3F9-0D824387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306D3-C7BF-4566-A7A0-C1F97D5CF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CF61DD-CC59-4E10-B383-19FA85267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3DF377-9C52-456B-9578-16A639EB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C4BCE7-5310-4326-BD33-9E28CF90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2C1CFE-DF13-441E-874C-383C98E5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38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45ED1-0E85-4B5A-8C10-E290BB41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C7BC04-7A84-4FF5-918B-C0CDE72A4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E6C5BE-3FC7-44E2-A09A-18D3FE8E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95A9DF-69AF-4825-84AE-423E2547B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0D5539-4F91-4E17-B01A-6B528CE0B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73B295-EB32-47A5-9E91-7EADD660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C18C46-46A7-4692-9F54-C416BA74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DDBEABD-9519-4EBD-8C60-126864E1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78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BC212-9D72-4E45-BFA4-DF95954A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180DD4-C2A4-4F24-A0D9-C7E3E884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6B575B-551C-410F-BDB8-A06E49AC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2BB8E6-BEFF-4040-9B8F-F3ECE8CD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88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1664EF-944E-480C-9063-9944303D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5EF9D54-B9E4-4BA5-85E1-EA90164B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B3DA7F-05BF-43E7-89F9-68C4B09E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33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B6E38-F034-4B4E-BD55-AC1CCAEC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69CE9A-B4D4-482A-A3E2-F36E5990B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9ED13-C42E-4B0A-887E-94AF14C69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B3D57E-FC75-4FEE-A8BC-D57CFCF3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3D1DB8-2E38-4D14-B01A-33C8E6C4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B82EF-CE23-469D-BBB5-54F84135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71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90874-53C9-4606-9BC1-065CF60EF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FDD694-8EB0-4496-B693-1ECB8C91F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E807FA-FF83-4AB5-BF64-125333A61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FC421-9D2D-4E9C-BB14-5A42DD37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E3E4B6-03F3-4EA6-8C15-2FC2A3B8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6046A6-FEBF-40D1-884F-5D706F34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8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A75EE-DBB0-4099-803C-DD4E16FC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DF24F2-C3E2-4497-8D71-60636EA12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92F360-4840-4A05-8C42-B8BD2EDA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60326-4FD9-4026-8EEF-25CE9CDA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AAE084-049F-4218-A1B4-4B89C01E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77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0CBC7E-4DA9-49BA-8FDC-2756D6B3C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FE1079-B804-46A4-825D-C13862BFE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BEAAC-61E5-494C-AF41-D84E26F8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3AE26-4AFE-45F2-9BA0-25476445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AFB279-91B6-4D2F-A909-3B1D0E32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21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FE7D6-0E3C-4453-A51D-A6CAE85C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024CA-C994-4332-AA53-9ECEBCEC9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D2F030-4786-4151-8F94-BF92B20B8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61A545-2A0E-4110-9979-0C286749D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1DAF3F-08EE-4350-804F-6643D4586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13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040F1-BBAD-4EC4-A654-CEED1D2DE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Название проекта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37A9C0-20BD-4266-A4CA-DFED1DFEC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46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1EA74-4FE3-43BD-AC95-4F5E9B09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271"/>
            <a:ext cx="10515600" cy="1325563"/>
          </a:xfrm>
        </p:spPr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45C5A-7D94-47A3-B27B-3600F50B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Выявить подозрительных пассажиров</a:t>
            </a:r>
          </a:p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Обеспечить соответствие новым гос. регуляциям.</a:t>
            </a:r>
          </a:p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Минимизировать репутационные и финансовые риски авиакомпании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782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38621-E3DF-442D-9F36-ACC65655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Ключевое сообщение для руководства авиакомпании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97423-9A3F-4813-BD97-C5C1274D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+mj-lt"/>
              </a:rPr>
              <a:t>Наше решение позволяет авиакомпании </a:t>
            </a:r>
            <a:r>
              <a:rPr lang="ru-RU" b="0" i="0" dirty="0" err="1">
                <a:effectLst/>
                <a:latin typeface="+mj-lt"/>
              </a:rPr>
              <a:t>Yoyoflot</a:t>
            </a:r>
            <a:r>
              <a:rPr lang="ru-RU" b="0" i="0" dirty="0">
                <a:effectLst/>
                <a:latin typeface="+mj-lt"/>
              </a:rPr>
              <a:t> полностью соответствовать новым государственным регуляциям, выявляя подозрительных пассажиров на ранних этапах. Это защищает репутацию бренда, исключает риски штрафов и гарантирует безопасность полетов без ущерба для лояльных клиентов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532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8AB34-97CF-4AEA-8627-61855D1F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solidFill>
                  <a:srgbClr val="222222"/>
                </a:solidFill>
                <a:effectLst/>
              </a:rPr>
              <a:t>Ключевые результаты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E13FF-1A92-446F-88DB-E121868E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Список подозреваемых</a:t>
            </a:r>
          </a:p>
        </p:txBody>
      </p:sp>
    </p:spTree>
    <p:extLst>
      <p:ext uri="{BB962C8B-B14F-4D97-AF65-F5344CB8AC3E}">
        <p14:creationId xmlns:p14="http://schemas.microsoft.com/office/powerpoint/2010/main" val="8125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536FE-CFEE-459A-B953-5DAB21FD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CB133D-C6D3-43B2-A3C6-B085C412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Этапы</a:t>
            </a:r>
            <a:r>
              <a:rPr lang="en-US" dirty="0"/>
              <a:t> </a:t>
            </a:r>
            <a:r>
              <a:rPr lang="ru-RU" dirty="0"/>
              <a:t>разработки</a:t>
            </a:r>
            <a:r>
              <a:rPr lang="en-US" dirty="0"/>
              <a:t>:</a:t>
            </a:r>
            <a:endParaRPr lang="ru-RU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100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32D46-28D9-49F0-871D-C587EFD9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затраты без нашего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AA42A-9196-49FD-9825-1EF903977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Пострадает репутация компании</a:t>
            </a:r>
          </a:p>
          <a:p>
            <a:r>
              <a:rPr lang="ru-RU" dirty="0"/>
              <a:t>Гос. безопасность под угрозой причинения вреда от шпиона(</a:t>
            </a:r>
            <a:r>
              <a:rPr lang="ru-RU" dirty="0" err="1"/>
              <a:t>ов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454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8C2C9-5D41-43F5-9A96-79A40DB8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затраты на наш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11268-8982-462E-B602-66C7EF3BF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Оплата труда команды (модифицировании базы данных)</a:t>
            </a:r>
          </a:p>
        </p:txBody>
      </p:sp>
    </p:spTree>
    <p:extLst>
      <p:ext uri="{BB962C8B-B14F-4D97-AF65-F5344CB8AC3E}">
        <p14:creationId xmlns:p14="http://schemas.microsoft.com/office/powerpoint/2010/main" val="130270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0573-618E-4CFA-B564-6527401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solidFill>
                  <a:srgbClr val="222222"/>
                </a:solidFill>
                <a:effectLst/>
              </a:rPr>
              <a:t>Рекомендации для бизнеса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45B3B-EA98-4528-8568-C0C28A30D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Внедрить автоматическую проверку новых бронирований по нашим правилам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13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C181-B2C0-41AB-BAF1-12C4330E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35E585-8F04-44E9-A2A6-FDE9C2FA6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272932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120</Words>
  <Application>Microsoft Office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ui-monospace</vt:lpstr>
      <vt:lpstr>Тема Office</vt:lpstr>
      <vt:lpstr>Название проекта </vt:lpstr>
      <vt:lpstr>Цели проекта</vt:lpstr>
      <vt:lpstr>Ключевое сообщение для руководства авиакомпании</vt:lpstr>
      <vt:lpstr>Ключевые результаты</vt:lpstr>
      <vt:lpstr>Модель проекта</vt:lpstr>
      <vt:lpstr>Риски и затраты без нашего проекта</vt:lpstr>
      <vt:lpstr>Риски и затраты на наш проект</vt:lpstr>
      <vt:lpstr>Рекомендации для бизнеса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</dc:title>
  <dc:creator>Irina Rubleva</dc:creator>
  <cp:lastModifiedBy>Irina Rubleva</cp:lastModifiedBy>
  <cp:revision>8</cp:revision>
  <dcterms:created xsi:type="dcterms:W3CDTF">2026-10-19T11:44:03Z</dcterms:created>
  <dcterms:modified xsi:type="dcterms:W3CDTF">2026-10-19T16:44:23Z</dcterms:modified>
</cp:coreProperties>
</file>